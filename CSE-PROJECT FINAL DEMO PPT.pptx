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5"/>
  </p:notesMasterIdLst>
  <p:sldIdLst>
    <p:sldId id="256" r:id="rId2"/>
    <p:sldId id="421" r:id="rId3"/>
    <p:sldId id="296" r:id="rId4"/>
    <p:sldId id="257" r:id="rId5"/>
    <p:sldId id="297" r:id="rId6"/>
    <p:sldId id="289" r:id="rId7"/>
    <p:sldId id="323" r:id="rId8"/>
    <p:sldId id="268" r:id="rId9"/>
    <p:sldId id="415" r:id="rId10"/>
    <p:sldId id="419" r:id="rId11"/>
    <p:sldId id="418" r:id="rId12"/>
    <p:sldId id="416" r:id="rId13"/>
    <p:sldId id="28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9" autoAdjust="0"/>
    <p:restoredTop sz="94718" autoAdjust="0"/>
  </p:normalViewPr>
  <p:slideViewPr>
    <p:cSldViewPr>
      <p:cViewPr varScale="1">
        <p:scale>
          <a:sx n="108" d="100"/>
          <a:sy n="108" d="100"/>
        </p:scale>
        <p:origin x="1704" y="-5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DBC90-9322-4200-9D55-97ED91B5B4B4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AFB84-9FF1-429B-B0D4-DA402DCE91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73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92430574-6F4A-46A2-8EAB-FC10DAAED3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22CAA3-B082-4926-9219-E5D6C1DEDA6C}" type="slidenum">
              <a:rPr lang="tr-TR" altLang="en-US" sz="1300"/>
              <a:pPr>
                <a:spcBef>
                  <a:spcPct val="0"/>
                </a:spcBef>
              </a:pPr>
              <a:t>12</a:t>
            </a:fld>
            <a:endParaRPr lang="tr-TR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D068EB3-D0AD-4D3F-A865-E66174FEC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920FF60-A101-4B04-9740-0C3852BB4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23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7B3F80-249A-44DB-A7B8-0A80C1063F0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94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05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337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28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96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417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44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676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142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866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462654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2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6CA2E2-0D20-4391-8F3E-CAAFE6E7FA5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10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19672" y="980728"/>
            <a:ext cx="5490592" cy="60592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Project Title</a:t>
            </a:r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C8977BE6-760B-4367-9A10-EF74A38E7EA0}"/>
              </a:ext>
            </a:extLst>
          </p:cNvPr>
          <p:cNvSpPr txBox="1">
            <a:spLocks/>
          </p:cNvSpPr>
          <p:nvPr/>
        </p:nvSpPr>
        <p:spPr>
          <a:xfrm>
            <a:off x="1547664" y="190135"/>
            <a:ext cx="5490592" cy="6059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ln>
                  <a:noFill/>
                </a:ln>
                <a:solidFill>
                  <a:srgbClr val="FFFFFF"/>
                </a:solidFill>
                <a:effectLst>
                  <a:glow rad="101600">
                    <a:schemeClr val="tx2"/>
                  </a:glo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 College Name and </a:t>
            </a:r>
            <a:r>
              <a:rPr lang="en-US" altLang="zh-TW" dirty="0" err="1">
                <a:solidFill>
                  <a:schemeClr val="bg1"/>
                </a:solidFill>
              </a:rPr>
              <a:t>Dept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D72F882-7D1A-4DDF-BDFD-9469DF113206}"/>
              </a:ext>
            </a:extLst>
          </p:cNvPr>
          <p:cNvSpPr txBox="1">
            <a:spLocks/>
          </p:cNvSpPr>
          <p:nvPr/>
        </p:nvSpPr>
        <p:spPr>
          <a:xfrm>
            <a:off x="1410680" y="2789782"/>
            <a:ext cx="5490592" cy="6059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ln>
                  <a:noFill/>
                </a:ln>
                <a:solidFill>
                  <a:srgbClr val="FFFFFF"/>
                </a:solidFill>
                <a:effectLst>
                  <a:glow rad="101600">
                    <a:schemeClr val="tx2"/>
                  </a:glo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Guide Details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513F2BBD-2FA3-45C9-BD7E-A46B4BCB2F08}"/>
              </a:ext>
            </a:extLst>
          </p:cNvPr>
          <p:cNvSpPr txBox="1">
            <a:spLocks/>
          </p:cNvSpPr>
          <p:nvPr/>
        </p:nvSpPr>
        <p:spPr>
          <a:xfrm>
            <a:off x="1627764" y="3976562"/>
            <a:ext cx="5490592" cy="6059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ln>
                  <a:noFill/>
                </a:ln>
                <a:solidFill>
                  <a:srgbClr val="FFFFFF"/>
                </a:solidFill>
                <a:effectLst>
                  <a:glow rad="101600">
                    <a:schemeClr val="tx2"/>
                  </a:glo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2 Section Coordinators details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AB86BAB4-D7A1-43CC-AD68-B2C0D74E655C}"/>
              </a:ext>
            </a:extLst>
          </p:cNvPr>
          <p:cNvSpPr txBox="1">
            <a:spLocks/>
          </p:cNvSpPr>
          <p:nvPr/>
        </p:nvSpPr>
        <p:spPr>
          <a:xfrm>
            <a:off x="1619672" y="4774328"/>
            <a:ext cx="5490592" cy="6059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ln>
                  <a:noFill/>
                </a:ln>
                <a:solidFill>
                  <a:srgbClr val="FFFFFF"/>
                </a:solidFill>
                <a:effectLst>
                  <a:glow rad="101600">
                    <a:schemeClr val="tx2"/>
                  </a:glo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/>
              <a:t>Date and Time of Presentation</a:t>
            </a:r>
            <a:endParaRPr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8548BA25-5E8E-4052-9C09-2C8350C03B54}"/>
              </a:ext>
            </a:extLst>
          </p:cNvPr>
          <p:cNvSpPr txBox="1">
            <a:spLocks/>
          </p:cNvSpPr>
          <p:nvPr/>
        </p:nvSpPr>
        <p:spPr>
          <a:xfrm>
            <a:off x="1619672" y="1965123"/>
            <a:ext cx="5490592" cy="6059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ln>
                  <a:noFill/>
                </a:ln>
                <a:solidFill>
                  <a:srgbClr val="FFFFFF"/>
                </a:solidFill>
                <a:effectLst>
                  <a:glow rad="101600">
                    <a:schemeClr val="tx2"/>
                  </a:glo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Student Details (Name and USN)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04560" y="223322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prstClr val="white"/>
                </a:solidFill>
              </a:rPr>
              <a:t>and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332040" y="174110"/>
            <a:ext cx="693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prstClr val="white"/>
                </a:solidFill>
              </a:rPr>
              <a:t>Dept</a:t>
            </a:r>
            <a:r>
              <a:rPr lang="en-US" altLang="zh-TW" dirty="0">
                <a:solidFill>
                  <a:prstClr val="white"/>
                </a:solidFill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88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06424" y="-130689"/>
            <a:ext cx="7894636" cy="2049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endParaRPr lang="en-US" sz="1600" dirty="0">
              <a:ln w="1841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latin typeface="Sitka Display" panose="02000505000000020004" pitchFamily="2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en-US" sz="2800" dirty="0">
                <a:ln w="1841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latin typeface="Sitka Display" panose="02000505000000020004" pitchFamily="2" charset="0"/>
                <a:ea typeface="Arial Unicode MS" pitchFamily="34" charset="-128"/>
                <a:cs typeface="Times New Roman" pitchFamily="18" charset="0"/>
              </a:rPr>
              <a:t>Jawaharlal Nehru New College of Engineering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ln w="1841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latin typeface="Sitka Display" panose="02000505000000020004" pitchFamily="2" charset="0"/>
                <a:ea typeface="Arial Unicode MS" pitchFamily="34" charset="-128"/>
                <a:cs typeface="Times New Roman" pitchFamily="18" charset="0"/>
              </a:rPr>
              <a:t> Department of Computer Science &amp; Engineering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ln w="1841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latin typeface="Sitka Display" panose="02000505000000020004" pitchFamily="2" charset="0"/>
                <a:ea typeface="Arial Unicode MS" pitchFamily="34" charset="-128"/>
                <a:cs typeface="Times New Roman" pitchFamily="18" charset="0"/>
              </a:rPr>
              <a:t>  Shivamogga - 577 204</a:t>
            </a:r>
          </a:p>
          <a:p>
            <a:endParaRPr lang="en-IN" dirty="0">
              <a:latin typeface="Sitka Display" panose="02000505000000020004" pitchFamily="2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41362" y="1712726"/>
            <a:ext cx="3504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Project Phase 2  Presentation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0" y="2133600"/>
            <a:ext cx="6781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Project Title</a:t>
            </a: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”</a:t>
            </a:r>
          </a:p>
        </p:txBody>
      </p:sp>
      <p:sp>
        <p:nvSpPr>
          <p:cNvPr id="8" name="object 14"/>
          <p:cNvSpPr txBox="1"/>
          <p:nvPr/>
        </p:nvSpPr>
        <p:spPr>
          <a:xfrm>
            <a:off x="539552" y="3312926"/>
            <a:ext cx="9067800" cy="1002838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278130" algn="ctr">
              <a:spcBef>
                <a:spcPts val="219"/>
              </a:spcBef>
            </a:pPr>
            <a:r>
              <a:rPr lang="en-IN" sz="2000" b="1" spc="-5" dirty="0">
                <a:latin typeface="Times New Roman" pitchFamily="18" charset="0"/>
                <a:cs typeface="Times New Roman" pitchFamily="18" charset="0"/>
              </a:rPr>
              <a:t>  NAME1     USN1</a:t>
            </a:r>
          </a:p>
          <a:p>
            <a:pPr marL="12700" marR="278130" algn="ctr">
              <a:spcBef>
                <a:spcPts val="219"/>
              </a:spcBef>
            </a:pPr>
            <a:r>
              <a:rPr lang="en-IN" sz="2000" b="1" spc="-5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2700" marR="278130" algn="ctr">
              <a:spcBef>
                <a:spcPts val="219"/>
              </a:spcBef>
            </a:pPr>
            <a:r>
              <a:rPr lang="en-IN" sz="2000" b="1" spc="-5" dirty="0">
                <a:latin typeface="Times New Roman" pitchFamily="18" charset="0"/>
                <a:cs typeface="Times New Roman" pitchFamily="18" charset="0"/>
              </a:rPr>
              <a:t>  </a:t>
            </a:r>
            <a:endParaRPr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87026" y="2910810"/>
            <a:ext cx="1533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1" y="4416385"/>
            <a:ext cx="44958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693420">
              <a:lnSpc>
                <a:spcPts val="2850"/>
              </a:lnSpc>
              <a:spcBef>
                <a:spcPts val="219"/>
              </a:spcBef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Project Co-ordinators:                                                                             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Dr. Name 1  </a:t>
            </a:r>
            <a:r>
              <a:rPr lang="en-IN" sz="2000" b="1" baseline="-25000" dirty="0">
                <a:latin typeface="Times New Roman" pitchFamily="18" charset="0"/>
                <a:cs typeface="Times New Roman" pitchFamily="18" charset="0"/>
              </a:rPr>
              <a:t>B.E,M.TECH    </a:t>
            </a:r>
            <a:endParaRPr lang="en-IN" b="1" baseline="-25000" dirty="0">
              <a:latin typeface="Times New Roman" pitchFamily="18" charset="0"/>
              <a:cs typeface="Times New Roman" pitchFamily="18" charset="0"/>
            </a:endParaRP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Assoc. Prof., Dept. of CS&amp;E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1074212" y="5650468"/>
            <a:ext cx="27077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Mrs. Name 2 </a:t>
            </a:r>
            <a:r>
              <a:rPr lang="en-IN" sz="2000" b="1" baseline="-25000" dirty="0">
                <a:latin typeface="Times New Roman" pitchFamily="18" charset="0"/>
                <a:cs typeface="Times New Roman" pitchFamily="18" charset="0"/>
              </a:rPr>
              <a:t>B.E,M.TECH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1079009" y="6031468"/>
            <a:ext cx="2640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Asst Prof., Dept. of CS&amp;E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810000" y="5257800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&amp;</a:t>
            </a:r>
          </a:p>
        </p:txBody>
      </p:sp>
      <p:sp>
        <p:nvSpPr>
          <p:cNvPr id="14" name="object 16"/>
          <p:cNvSpPr txBox="1"/>
          <p:nvPr/>
        </p:nvSpPr>
        <p:spPr>
          <a:xfrm>
            <a:off x="5522701" y="4419600"/>
            <a:ext cx="4992899" cy="358046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693420">
              <a:lnSpc>
                <a:spcPts val="2850"/>
              </a:lnSpc>
              <a:spcBef>
                <a:spcPts val="219"/>
              </a:spcBef>
            </a:pPr>
            <a:r>
              <a:rPr lang="en-IN" b="1" spc="-5" dirty="0">
                <a:latin typeface="Times New Roman" pitchFamily="18" charset="0"/>
                <a:cs typeface="Times New Roman" pitchFamily="18" charset="0"/>
              </a:rPr>
              <a:t>Project Guide: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Mr. Name 1 </a:t>
            </a:r>
            <a:r>
              <a:rPr lang="en-IN" sz="2000" b="1" baseline="-25000" dirty="0">
                <a:latin typeface="Times New Roman" pitchFamily="18" charset="0"/>
                <a:cs typeface="Times New Roman" pitchFamily="18" charset="0"/>
              </a:rPr>
              <a:t>B.E,M.TECH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Asst Prof., Dept. of CS&amp;E</a:t>
            </a: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12700" marR="693420">
              <a:lnSpc>
                <a:spcPts val="2850"/>
              </a:lnSpc>
              <a:spcBef>
                <a:spcPts val="219"/>
              </a:spcBef>
            </a:pPr>
            <a:r>
              <a:rPr lang="en-GB" sz="2400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B27018-A427-9BBB-D14D-ADF30CD39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28" y="139555"/>
            <a:ext cx="1335733" cy="13357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C512C96C-1100-4031-A82E-B3FFB5B89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548680"/>
            <a:ext cx="8352928" cy="3816424"/>
          </a:xfrm>
        </p:spPr>
        <p:txBody>
          <a:bodyPr>
            <a:normAutofit/>
          </a:bodyPr>
          <a:lstStyle/>
          <a:p>
            <a:pPr algn="ctr"/>
            <a:r>
              <a:rPr lang="en-US" altLang="he-IL" sz="4000" b="1" dirty="0"/>
              <a:t>Abstract  </a:t>
            </a:r>
            <a:br>
              <a:rPr lang="en-US" altLang="he-IL" sz="4000" b="1" dirty="0"/>
            </a:br>
            <a:r>
              <a:rPr lang="en-US" altLang="he-IL" sz="4000" b="1" dirty="0"/>
              <a:t>Description of your project in 5-6 sentences as a paragraph</a:t>
            </a:r>
            <a:br>
              <a:rPr lang="en-US" altLang="he-IL" sz="4000" b="1" dirty="0"/>
            </a:br>
            <a:br>
              <a:rPr lang="en-US" altLang="he-IL" sz="4000" b="1" dirty="0"/>
            </a:br>
            <a:r>
              <a:rPr lang="en-US" altLang="he-IL" sz="4000" b="1" dirty="0"/>
              <a:t>(1 slide)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626547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Write the agenda of your presentation pointwise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75656" y="260648"/>
            <a:ext cx="6479421" cy="1049235"/>
          </a:xfrm>
        </p:spPr>
        <p:txBody>
          <a:bodyPr/>
          <a:lstStyle/>
          <a:p>
            <a:r>
              <a:rPr lang="en-US" altLang="zh-TW" b="1" dirty="0"/>
              <a:t>Outline &amp; Content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872605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>
            <a:extLst>
              <a:ext uri="{FF2B5EF4-FFF2-40B4-BE49-F238E27FC236}">
                <a16:creationId xmlns:a16="http://schemas.microsoft.com/office/drawing/2014/main" id="{AAC38134-997D-42E7-B924-BB60B2A3F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560" y="548680"/>
            <a:ext cx="7772400" cy="1440160"/>
          </a:xfrm>
        </p:spPr>
        <p:txBody>
          <a:bodyPr>
            <a:normAutofit/>
          </a:bodyPr>
          <a:lstStyle/>
          <a:p>
            <a:pPr algn="ctr"/>
            <a:r>
              <a:rPr lang="en-US" altLang="he-IL" sz="4000" b="1" dirty="0"/>
              <a:t>Introduction</a:t>
            </a:r>
            <a:br>
              <a:rPr lang="en-US" altLang="he-IL" sz="4000" b="1" dirty="0"/>
            </a:br>
            <a:endParaRPr lang="en-US" altLang="he-IL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E09AF-416A-7303-7337-D0E142540E1F}"/>
              </a:ext>
            </a:extLst>
          </p:cNvPr>
          <p:cNvSpPr txBox="1"/>
          <p:nvPr/>
        </p:nvSpPr>
        <p:spPr>
          <a:xfrm>
            <a:off x="755576" y="1772816"/>
            <a:ext cx="4572000" cy="123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he-IL" sz="2000" b="1" dirty="0"/>
              <a:t>- Put Project background (2 to 3 Slides)</a:t>
            </a:r>
            <a:br>
              <a:rPr lang="en-US" altLang="he-IL" sz="2000" b="1" dirty="0"/>
            </a:br>
            <a:r>
              <a:rPr lang="en-US" altLang="he-IL" sz="2000" b="1" dirty="0"/>
              <a:t>- Discuss Existing Problems</a:t>
            </a: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1CA9BC6E-55C5-4A70-B88A-E5E8B9AC0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08520" y="0"/>
            <a:ext cx="4894312" cy="1143000"/>
          </a:xfrm>
        </p:spPr>
        <p:txBody>
          <a:bodyPr>
            <a:normAutofit/>
          </a:bodyPr>
          <a:lstStyle/>
          <a:p>
            <a:r>
              <a:rPr lang="en-US" altLang="en-US" sz="4000" b="1" dirty="0"/>
              <a:t>Literature Survey</a:t>
            </a:r>
            <a:endParaRPr lang="en-US" altLang="he-IL" sz="4000" b="1" dirty="0"/>
          </a:p>
        </p:txBody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33F78981-F93B-411C-83FD-C946332407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3284" y="1844824"/>
            <a:ext cx="8064896" cy="421344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altLang="he-IL" sz="2400" b="1" dirty="0" err="1"/>
              <a:t>Atleast</a:t>
            </a:r>
            <a:r>
              <a:rPr lang="en-US" altLang="he-IL" sz="2400" b="1" dirty="0"/>
              <a:t> 8-10 latest papers details should be included Number of slides is left to you. But make sure to include the following details for each paper.</a:t>
            </a:r>
          </a:p>
          <a:p>
            <a:pPr algn="just">
              <a:lnSpc>
                <a:spcPct val="120000"/>
              </a:lnSpc>
            </a:pPr>
            <a:endParaRPr lang="en-US" altLang="he-IL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4A068-CF1A-2D5D-DBD4-E9A7F08F7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429000"/>
            <a:ext cx="7524328" cy="1501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EF58073-A0B2-45B5-99D3-FC6F5F70B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9144000" cy="1143000"/>
          </a:xfrm>
        </p:spPr>
        <p:txBody>
          <a:bodyPr/>
          <a:lstStyle/>
          <a:p>
            <a:r>
              <a:rPr lang="en-US" altLang="en-US" sz="4000" b="1" dirty="0"/>
              <a:t>Problem Statement</a:t>
            </a:r>
            <a:endParaRPr lang="en-US" altLang="he-IL" sz="4000" b="1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77597A7-4F12-4C4C-8AE8-B74153C6C2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916832"/>
            <a:ext cx="7128792" cy="2736304"/>
          </a:xfrm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en-US" altLang="he-IL" dirty="0"/>
              <a:t>In a paragraph clearly write problems addressed in your project. Don’t make pointwise nor write 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626547"/>
          </a:xfrm>
        </p:spPr>
        <p:txBody>
          <a:bodyPr>
            <a:normAutofit/>
          </a:bodyPr>
          <a:lstStyle/>
          <a:p>
            <a:pPr algn="just"/>
            <a:r>
              <a:rPr lang="en-US" altLang="zh-TW" sz="2800" dirty="0"/>
              <a:t>Pointwise write objectives of the project</a:t>
            </a:r>
            <a:endParaRPr lang="zh-TW" altLang="en-US" sz="28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3832" y="389116"/>
            <a:ext cx="6479421" cy="1049235"/>
          </a:xfrm>
        </p:spPr>
        <p:txBody>
          <a:bodyPr/>
          <a:lstStyle/>
          <a:p>
            <a:r>
              <a:rPr lang="en-US" altLang="zh-TW" b="1" dirty="0"/>
              <a:t>Objectives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61585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C930EEBB-5E2F-4128-A9B4-BDD311313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640" y="188640"/>
            <a:ext cx="6479421" cy="1049235"/>
          </a:xfrm>
        </p:spPr>
        <p:txBody>
          <a:bodyPr/>
          <a:lstStyle/>
          <a:p>
            <a:pPr eaLnBrk="1" hangingPunct="1"/>
            <a:r>
              <a:rPr lang="en-IN" altLang="en-US" b="1" dirty="0"/>
              <a:t>System Architecture</a:t>
            </a:r>
            <a:endParaRPr lang="tr-TR" altLang="en-US" b="1" dirty="0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C0B21AA-D59C-4421-B62A-B6DDFB9FF4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898" y="1844824"/>
            <a:ext cx="8136904" cy="331236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IN" altLang="en-US" dirty="0"/>
              <a:t>Put a figure that represents overall system architecture clearly showing different components/blocks/modules involved</a:t>
            </a:r>
          </a:p>
          <a:p>
            <a:pPr algn="just" eaLnBrk="1" hangingPunct="1">
              <a:lnSpc>
                <a:spcPct val="90000"/>
              </a:lnSpc>
            </a:pPr>
            <a:r>
              <a:rPr lang="en-IN" altLang="en-US" dirty="0"/>
              <a:t>Let the figure be self explanatory so that u can avoid extra slides for explanation</a:t>
            </a:r>
            <a:endParaRPr lang="tr-TR" altLang="en-US" dirty="0"/>
          </a:p>
        </p:txBody>
      </p:sp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0F5E1808-8EF3-45B6-8D63-96EFC15E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569679-B923-4343-B7BD-8F2D088637AB}" type="slidenum">
              <a:rPr lang="tr-TR" altLang="en-US" sz="1400">
                <a:latin typeface="Palatino Linotype" panose="0204050205050503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tr-TR" altLang="en-US" sz="14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C904-C4F8-C633-14C6-409854A7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912F5532-BEA1-8FCB-5427-EA2D206B8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640" y="188640"/>
            <a:ext cx="6479421" cy="1049235"/>
          </a:xfrm>
        </p:spPr>
        <p:txBody>
          <a:bodyPr/>
          <a:lstStyle/>
          <a:p>
            <a:pPr eaLnBrk="1" hangingPunct="1"/>
            <a:r>
              <a:rPr lang="en-IN" altLang="en-US" b="1" dirty="0"/>
              <a:t>Implementation</a:t>
            </a:r>
            <a:endParaRPr lang="tr-TR" altLang="en-US" b="1" dirty="0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7D904A3-6A86-F05E-4A17-AC536A04A2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988840"/>
            <a:ext cx="8136904" cy="331236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dirty="0"/>
              <a:t>Algorithms/Flowcharts of each module in the project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/>
              <a:t>Make </a:t>
            </a:r>
            <a:r>
              <a:rPr lang="en-US" altLang="en-US" dirty="0" err="1"/>
              <a:t>atleast</a:t>
            </a:r>
            <a:r>
              <a:rPr lang="en-US" altLang="en-US" dirty="0"/>
              <a:t> 4-5 slides</a:t>
            </a:r>
          </a:p>
        </p:txBody>
      </p:sp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B41849EC-32A9-5FF4-B0CB-800F90AC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569679-B923-4343-B7BD-8F2D088637AB}" type="slidenum">
              <a:rPr lang="tr-TR" altLang="en-US" sz="1400">
                <a:latin typeface="Palatino Linotype" panose="0204050205050503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tr-TR" altLang="en-US" sz="140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654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5F6E90C-F9B9-4987-A16D-FA0387DF17E3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260648"/>
            <a:ext cx="7992888" cy="104923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altLang="en-US" sz="3600" b="1" dirty="0"/>
              <a:t>Results and Analysis/Discussions *</a:t>
            </a:r>
          </a:p>
          <a:p>
            <a:pPr algn="ctr"/>
            <a:endParaRPr lang="en-IN" altLang="en-US" sz="3600" b="1" dirty="0"/>
          </a:p>
          <a:p>
            <a:endParaRPr lang="en-IN" altLang="en-US" b="1" dirty="0"/>
          </a:p>
          <a:p>
            <a:endParaRPr lang="en-IN" altLang="en-US" b="1" dirty="0"/>
          </a:p>
          <a:p>
            <a:r>
              <a:rPr lang="en-IN" altLang="en-US" sz="2800" dirty="0"/>
              <a:t>     </a:t>
            </a:r>
            <a:r>
              <a:rPr lang="en-IN" altLang="en-US" sz="2400" dirty="0"/>
              <a:t>--put snapshots of each possible output in your project</a:t>
            </a:r>
          </a:p>
          <a:p>
            <a:r>
              <a:rPr lang="en-IN" altLang="en-US" sz="2400" dirty="0"/>
              <a:t>      -- If graphs have been created for analysis/visualization put them</a:t>
            </a:r>
          </a:p>
          <a:p>
            <a:r>
              <a:rPr lang="en-IN" altLang="en-US" sz="2400" dirty="0"/>
              <a:t>     --If no analysis is done, put discussions on the outcome you obtained from project</a:t>
            </a: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5158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>
            <a:extLst>
              <a:ext uri="{FF2B5EF4-FFF2-40B4-BE49-F238E27FC236}">
                <a16:creationId xmlns:a16="http://schemas.microsoft.com/office/drawing/2014/main" id="{910E7252-5450-45E2-A4E6-34B8D8619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3688" y="253316"/>
            <a:ext cx="6479421" cy="1049235"/>
          </a:xfrm>
        </p:spPr>
        <p:txBody>
          <a:bodyPr>
            <a:normAutofit/>
          </a:bodyPr>
          <a:lstStyle/>
          <a:p>
            <a:pPr eaLnBrk="1" hangingPunct="1"/>
            <a:r>
              <a:rPr lang="en-IN" altLang="en-US" b="1" dirty="0"/>
              <a:t>Conclusion</a:t>
            </a:r>
            <a:endParaRPr lang="tr-TR" altLang="en-US" b="1" dirty="0"/>
          </a:p>
        </p:txBody>
      </p:sp>
      <p:sp>
        <p:nvSpPr>
          <p:cNvPr id="9220" name="Rectangle 6">
            <a:extLst>
              <a:ext uri="{FF2B5EF4-FFF2-40B4-BE49-F238E27FC236}">
                <a16:creationId xmlns:a16="http://schemas.microsoft.com/office/drawing/2014/main" id="{BB04F388-C6F9-4B3B-9F2D-F72C341F94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IN" altLang="en-US" dirty="0"/>
              <a:t>Provide conclusions with outputs, </a:t>
            </a:r>
          </a:p>
          <a:p>
            <a:pPr eaLnBrk="1" hangingPunct="1"/>
            <a:r>
              <a:rPr lang="en-IN" altLang="en-US" dirty="0"/>
              <a:t>Outcomes and possible future enhancements</a:t>
            </a:r>
            <a:endParaRPr lang="tr-TR" altLang="en-US" dirty="0"/>
          </a:p>
        </p:txBody>
      </p:sp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B571E64E-46FC-418A-8FF1-1272A7D9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C985B9-5530-468C-B07A-C5391DAB7AB1}" type="slidenum">
              <a:rPr lang="tr-TR" altLang="en-US" sz="1400">
                <a:latin typeface="Palatino Linotype" panose="0204050205050503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tr-TR" altLang="en-US" sz="14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4C2AC552-C116-41BF-AE45-DA1D02263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 dirty="0"/>
              <a:t>References</a:t>
            </a:r>
            <a:endParaRPr lang="tr-TR" altLang="en-US" b="1" dirty="0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E828571-C1D2-4846-89EC-B56DC43381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85875"/>
            <a:ext cx="8229600" cy="45815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dirty="0"/>
          </a:p>
          <a:p>
            <a:pPr marL="0" indent="0" eaLnBrk="1" hangingPunct="1">
              <a:buNone/>
              <a:defRPr/>
            </a:pPr>
            <a:r>
              <a:rPr lang="en-IN" dirty="0"/>
              <a:t>Include at least 12-15 references </a:t>
            </a:r>
            <a:endParaRPr lang="tr-TR" dirty="0"/>
          </a:p>
        </p:txBody>
      </p:sp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557D2D68-30C6-439E-B824-1C5110DF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32869B-9C06-42C5-BDE6-903BC8F32CB2}" type="slidenum">
              <a:rPr lang="tr-TR" altLang="en-US" sz="1400">
                <a:latin typeface="Palatino Linotype" panose="0204050205050503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tr-TR" altLang="en-US" sz="14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4749</TotalTime>
  <Words>351</Words>
  <Application>Microsoft Office PowerPoint</Application>
  <PresentationFormat>On-screen Show (4:3)</PresentationFormat>
  <Paragraphs>67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Palatino Linotype</vt:lpstr>
      <vt:lpstr>Sitka Display</vt:lpstr>
      <vt:lpstr>Times New Roman</vt:lpstr>
      <vt:lpstr>Retrospect</vt:lpstr>
      <vt:lpstr>Project Title</vt:lpstr>
      <vt:lpstr>PowerPoint Presentation</vt:lpstr>
      <vt:lpstr>Abstract   Description of your project in 5-6 sentences as a paragraph  (1 slide)</vt:lpstr>
      <vt:lpstr>Outline &amp; Content</vt:lpstr>
      <vt:lpstr>Introduction </vt:lpstr>
      <vt:lpstr>Literature Survey</vt:lpstr>
      <vt:lpstr>Problem Statement</vt:lpstr>
      <vt:lpstr>Objectives</vt:lpstr>
      <vt:lpstr>System Architecture</vt:lpstr>
      <vt:lpstr>Implementation</vt:lpstr>
      <vt:lpstr>PowerPoint Presentation</vt:lpstr>
      <vt:lpstr>Conclusion</vt:lpstr>
      <vt:lpstr>References</vt:lpstr>
    </vt:vector>
  </TitlesOfParts>
  <Company>NTU DISP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Ian Chang</dc:creator>
  <cp:lastModifiedBy>Nandish M</cp:lastModifiedBy>
  <cp:revision>131</cp:revision>
  <dcterms:created xsi:type="dcterms:W3CDTF">2011-10-12T13:27:42Z</dcterms:created>
  <dcterms:modified xsi:type="dcterms:W3CDTF">2026-10-22T05:56:45Z</dcterms:modified>
</cp:coreProperties>
</file>